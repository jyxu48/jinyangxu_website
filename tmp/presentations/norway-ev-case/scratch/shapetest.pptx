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eb661f2834854" /><Relationship Type="http://schemas.openxmlformats.org/officeDocument/2006/relationships/extended-properties" Target="/docProps/app.xml" Id="R8f63bd6baa8049a8" /><Relationship Type="http://schemas.openxmlformats.org/officeDocument/2006/relationships/officeDocument" Target="/ppt/presentation.xml" Id="Rfa0123a3369b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a49ad05eab47f2"/>
  </p:sldMasterIdLst>
  <p:notesMasterIdLst>
    <p:notesMasterId xmlns:r="http://schemas.openxmlformats.org/officeDocument/2006/relationships" r:id="Ra1eda4c58f154a0b"/>
  </p:notesMasterIdLst>
  <p:sldIdLst>
    <p:sldId xmlns:r="http://schemas.openxmlformats.org/officeDocument/2006/relationships" id="256" r:id="Rf9cbbf6d2d1949b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49ad05eab47f2" /><Relationship Type="http://schemas.openxmlformats.org/officeDocument/2006/relationships/theme" Target="/ppt/theme/theme1.xml" Id="Re5b524dcc5fd4085" /><Relationship Type="http://schemas.openxmlformats.org/officeDocument/2006/relationships/notesMaster" Target="/ppt/notesMasters/notesMaster1.xml" Id="Ra1eda4c58f154a0b" /><Relationship Type="http://schemas.openxmlformats.org/officeDocument/2006/relationships/presProps" Target="/ppt/presProps.xml" Id="R1785f0ac719a423e" /><Relationship Type="http://schemas.openxmlformats.org/officeDocument/2006/relationships/viewProps" Target="/ppt/viewProps.xml" Id="Rc820e3dc772a4566" /><Relationship Type="http://schemas.openxmlformats.org/officeDocument/2006/relationships/tableStyles" Target="/ppt/tableStyles.xml" Id="R69e3cda205a14035" /><Relationship Type="http://schemas.openxmlformats.org/officeDocument/2006/relationships/slide" Target="/ppt/slides/slide1.xml" Id="Rf9cbbf6d2d1949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5cd58e68564f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6e797b04284e82" /><Relationship Type="http://schemas.openxmlformats.org/officeDocument/2006/relationships/notesMaster" Target="/ppt/notesMasters/notesMaster1.xml" Id="Rb1d0912aec4045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6cc1bbaf04d7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cd2be59ff543ad" /><Relationship Type="http://schemas.openxmlformats.org/officeDocument/2006/relationships/slideLayout" Target="/ppt/slideLayouts/slideLayout2.xml" Id="Re2c84458a92c41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c84458a92c41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26a38cf694587" /><Relationship Type="http://schemas.openxmlformats.org/officeDocument/2006/relationships/notesSlide" Target="/ppt/notesSlides/notesSlide1.xml" Id="R4c97d9546e2942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5DE9D-C0B4-44B3-BE55-18BCC68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00FF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5828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2026-04-29T02:19:44.6180000Z</dcterms:created>
  <dcterms:modified xsi:type="dcterms:W3CDTF">2026-04-29T02:19:44.6180000Z</dcterms:modified>
</coreProperties>
</file>