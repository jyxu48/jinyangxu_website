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a38ab5df674eb0" /><Relationship Type="http://schemas.openxmlformats.org/officeDocument/2006/relationships/extended-properties" Target="/docProps/app.xml" Id="Re84769b8ad884c50" /><Relationship Type="http://schemas.openxmlformats.org/officeDocument/2006/relationships/officeDocument" Target="/ppt/presentation.xml" Id="R67947fefb2a4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7fb030e8c64a00"/>
  </p:sldMasterIdLst>
  <p:notesMasterIdLst>
    <p:notesMasterId xmlns:r="http://schemas.openxmlformats.org/officeDocument/2006/relationships" r:id="Rc07ca7ac6f4e41a2"/>
  </p:notesMasterIdLst>
  <p:sldIdLst>
    <p:sldId xmlns:r="http://schemas.openxmlformats.org/officeDocument/2006/relationships" id="256" r:id="Rab94916f3ee2490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fb030e8c64a00" /><Relationship Type="http://schemas.openxmlformats.org/officeDocument/2006/relationships/theme" Target="/ppt/theme/theme1.xml" Id="Rb49affd1d37b414f" /><Relationship Type="http://schemas.openxmlformats.org/officeDocument/2006/relationships/notesMaster" Target="/ppt/notesMasters/notesMaster1.xml" Id="Rc07ca7ac6f4e41a2" /><Relationship Type="http://schemas.openxmlformats.org/officeDocument/2006/relationships/presProps" Target="/ppt/presProps.xml" Id="R4aeb561c71a04c46" /><Relationship Type="http://schemas.openxmlformats.org/officeDocument/2006/relationships/viewProps" Target="/ppt/viewProps.xml" Id="Re19ca0d398d341df" /><Relationship Type="http://schemas.openxmlformats.org/officeDocument/2006/relationships/tableStyles" Target="/ppt/tableStyles.xml" Id="Ra4feadc3769f4274" /><Relationship Type="http://schemas.openxmlformats.org/officeDocument/2006/relationships/slide" Target="/ppt/slides/slide1.xml" Id="Rab94916f3ee249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69242f7057a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8704c6671540f2" /><Relationship Type="http://schemas.openxmlformats.org/officeDocument/2006/relationships/notesMaster" Target="/ppt/notesMasters/notesMaster1.xml" Id="R5ce6ecda862f4e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f04f7eebe448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5d10c361764e6e" /><Relationship Type="http://schemas.openxmlformats.org/officeDocument/2006/relationships/slideLayout" Target="/ppt/slideLayouts/slideLayout2.xml" Id="R573bd074e826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3bd074e826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d6b9ecc4e4637" /><Relationship Type="http://schemas.openxmlformats.org/officeDocument/2006/relationships/chart" Target="/ppt/slides/charts/chart1.xml" Id="Rfe47a79579c24206" /><Relationship Type="http://schemas.openxmlformats.org/officeDocument/2006/relationships/notesSlide" Target="/ppt/notesSlides/notesSlide1.xml" Id="R0a6d13e3d3ed430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ser>
          <c:idx val="0"/>
          <c:order val="0"/>
          <c:tx>
            <c:v>x</c:v>
          </c:tx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/>
              <c:ptCount val="2"/>
              <c:pt idx="0">
                <c:v>1</c:v>
              </c:pt>
              <c:pt idx="1">
                <c:v>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" name="c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18288000" cy="1028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47a79579c24206"/>
          </a:graphicData>
        </a:graphic>
      </p:graphicFrame>
    </p:spTree>
    <p:extLst>
      <p:ext uri="{BB962C8B-B14F-4D97-AF65-F5344CB8AC3E}">
        <p14:creationId xmlns:p14="http://schemas.microsoft.com/office/powerpoint/2010/main" val="751411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2026-04-29T02:17:28.4510000Z</dcterms:created>
  <dcterms:modified xsi:type="dcterms:W3CDTF">2026-04-29T02:17:28.4510000Z</dcterms:modified>
</coreProperties>
</file>