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e132ff6484907" /><Relationship Type="http://schemas.openxmlformats.org/officeDocument/2006/relationships/extended-properties" Target="/docProps/app.xml" Id="R3bf418c3981b4973" /><Relationship Type="http://schemas.openxmlformats.org/officeDocument/2006/relationships/officeDocument" Target="/ppt/presentation.xml" Id="R3368f6e2666544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767dfc5964983"/>
  </p:sldMasterIdLst>
  <p:notesMasterIdLst>
    <p:notesMasterId xmlns:r="http://schemas.openxmlformats.org/officeDocument/2006/relationships" r:id="R82a15eeb3f174fb9"/>
  </p:notesMasterIdLst>
  <p:sldIdLst>
    <p:sldId xmlns:r="http://schemas.openxmlformats.org/officeDocument/2006/relationships" id="256" r:id="Rd2a9f23c48944ca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767dfc5964983" /><Relationship Type="http://schemas.openxmlformats.org/officeDocument/2006/relationships/theme" Target="/ppt/theme/theme1.xml" Id="R13a53c3826354655" /><Relationship Type="http://schemas.openxmlformats.org/officeDocument/2006/relationships/notesMaster" Target="/ppt/notesMasters/notesMaster1.xml" Id="R82a15eeb3f174fb9" /><Relationship Type="http://schemas.openxmlformats.org/officeDocument/2006/relationships/presProps" Target="/ppt/presProps.xml" Id="R86fbd2eb55d84ea8" /><Relationship Type="http://schemas.openxmlformats.org/officeDocument/2006/relationships/viewProps" Target="/ppt/viewProps.xml" Id="R5f1fa03fadee4e25" /><Relationship Type="http://schemas.openxmlformats.org/officeDocument/2006/relationships/tableStyles" Target="/ppt/tableStyles.xml" Id="Rb5f34cb6e9e84c7a" /><Relationship Type="http://schemas.openxmlformats.org/officeDocument/2006/relationships/slide" Target="/ppt/slides/slide1.xml" Id="Rd2a9f23c4894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5c94166f2c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fd465c87a4d50" /><Relationship Type="http://schemas.openxmlformats.org/officeDocument/2006/relationships/notesMaster" Target="/ppt/notesMasters/notesMaster1.xml" Id="R90d6045abd5a4f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746084b0242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87aa1170224124" /><Relationship Type="http://schemas.openxmlformats.org/officeDocument/2006/relationships/slideLayout" Target="/ppt/slideLayouts/slideLayout2.xml" Id="Rcfd229ba689d4a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229ba689d4a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8f209fec6c4091" /><Relationship Type="http://schemas.openxmlformats.org/officeDocument/2006/relationships/notesSlide" Target="/ppt/notesSlides/notesSlide1.xml" Id="Rfbc7a714063a4d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E50D3-6364-47E2-AC6D-5AA3E27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40357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2026-04-29T02:18:49.0110000Z</dcterms:created>
  <dcterms:modified xsi:type="dcterms:W3CDTF">2026-04-29T02:18:49.0110000Z</dcterms:modified>
</coreProperties>
</file>